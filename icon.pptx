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626A8-9826-4257-840D-5A5F3ACE2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5470B9-0D49-4BB2-BD7E-88588928A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8CFE98-AADB-44DB-819A-3B626F2C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3AD17-1C81-440F-9B2E-81A2DABD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4ABF1-49E4-4E75-A657-74C70D34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28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9AADB-A8AF-4A9B-8603-9F45F3CE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DE983-A08C-42F0-8AD0-F758378BC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B3B11-667E-4539-80E9-FCC2AA95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66E2E-EEF8-45B6-AF76-95B7A87E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70B0B2-E4EB-420F-8CF4-7360BB91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36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915F3-B8F9-44AC-BF6F-EACAF45D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066B9D-C775-475D-BD97-39902848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F965BD-3002-4DE5-B2C5-0FCD5FF7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5490A9-8C65-4616-B6BD-C06CE045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7B1C97-827A-4673-9B88-7A4290DB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326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6B00D-A24E-4BCA-A301-2694FCB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892932-8C7E-48BE-90CE-B9193D894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6D5FC4-4133-4925-A726-ABCE5D59B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8B4B12-0814-4477-9541-91D8DD39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4903DA-1A7E-4ECE-9F28-0A24618F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3EE912-738E-4FD6-A2E9-ABBCA2A5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369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67D4D-5016-4649-B6EB-A2C464F6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F879DF-A046-41C5-8FDA-88E37A64A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74FDAD-BDAE-4621-99DA-5A1A41984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869023-C3D6-418B-9570-1389C47DB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359978-39FB-4F60-B5BD-750E0DB6D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13CA12-C09D-4C51-9462-1BC52F39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EDD252-45DC-4C7F-A652-C590BF08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77DF5F-17A9-4138-9AE9-0BB94956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221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0931E-B498-4C91-8A67-93DA0CF3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3BF2E1-20A0-4018-926E-758302B4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B67C1A-39FD-4920-990B-82FDF66C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5C69A0-F472-435D-9ECD-73168E76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8115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9CF793-64FA-4CB4-B2B8-1DA7B5F4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0EFFD6-74E0-4E93-A2E4-F7215E30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85E16-A0C7-4EBE-9F14-5B09BA24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9047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BC54F-2509-456C-8F44-9E5F75ADB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B7EFF-AF3D-4DB0-BB54-8BE59F15F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C2D531-721C-4B80-A4EB-E57A54E4F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239814-99C9-4AA8-ACFC-565E0757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9AF919-737C-44DB-B7D6-619E10C7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5ACB2-1939-4753-8DD7-0B4122C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8736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3BD9A-E853-4DCB-967A-2C51FD5F3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953AC6-4F2F-4887-91AD-4611CB1A7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0469C-7C20-44BB-A008-3D0DF9A2E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535103-91F2-4FD1-B21D-EECE7F60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B8589A-537C-4859-94C8-0939B521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1FF49B-0A84-4DA3-B055-F616A39B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88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4A8E2-D7D0-4462-9E16-027252CA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61BD28-5AA9-4C3A-A9A0-2BCD20D89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0BA5B8-9D8B-4184-A72E-3D6924D7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59C5F5-F0C8-4657-8EF8-EAB86A86A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56EFA-0375-42E8-9BA8-07BF4339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28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2604BB-FE8B-4971-A6C2-53F82CB78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18B6B4-1739-483C-9BDC-3F3D20F55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F60EE-2582-467F-9CA4-7B982EDA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701605-DB4A-4FFC-A3AC-B627F94E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B55C3F-D1EF-42F8-96EC-C35141A2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6080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D220DD-A4F7-4250-8115-487FB355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46C5BA-4323-49EC-BA7B-ADEFA7D40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85E062-5486-4FEE-B80B-7A9949B27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555E5-871A-48F5-94CD-E36C60A19F40}" type="datetimeFigureOut">
              <a:rPr lang="ko-KR" altLang="en-US" smtClean="0"/>
              <a:t>2021-07-03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87D9BB-00A2-462E-BC97-D3E294AE3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CE5BB8-66FF-419A-8E85-D7268081A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C4EA5-7F98-4992-AA03-4958A6E456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176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D520E6-0AF7-4BE8-8F72-56CCD396A323}"/>
              </a:ext>
            </a:extLst>
          </p:cNvPr>
          <p:cNvSpPr txBox="1"/>
          <p:nvPr/>
        </p:nvSpPr>
        <p:spPr>
          <a:xfrm>
            <a:off x="1811080" y="2763288"/>
            <a:ext cx="19362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i="1" dirty="0"/>
              <a:t>Counter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359E533-3D22-4F2E-94CA-1FE862416B9E}"/>
              </a:ext>
            </a:extLst>
          </p:cNvPr>
          <p:cNvGrpSpPr/>
          <p:nvPr/>
        </p:nvGrpSpPr>
        <p:grpSpPr>
          <a:xfrm>
            <a:off x="2698833" y="1848648"/>
            <a:ext cx="1099123" cy="999439"/>
            <a:chOff x="2163886" y="1183883"/>
            <a:chExt cx="1687398" cy="1677971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29627A4-748A-4B86-9531-352635F26EE1}"/>
                </a:ext>
              </a:extLst>
            </p:cNvPr>
            <p:cNvSpPr/>
            <p:nvPr/>
          </p:nvSpPr>
          <p:spPr>
            <a:xfrm>
              <a:off x="2163886" y="1183883"/>
              <a:ext cx="1687398" cy="167797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F81C2DD-53DB-431D-B7A2-06166E1ECB39}"/>
                </a:ext>
              </a:extLst>
            </p:cNvPr>
            <p:cNvSpPr/>
            <p:nvPr/>
          </p:nvSpPr>
          <p:spPr>
            <a:xfrm>
              <a:off x="2295075" y="1286791"/>
              <a:ext cx="1425019" cy="14721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70FE42D1-43B5-4BF8-8970-43B252427820}"/>
                </a:ext>
              </a:extLst>
            </p:cNvPr>
            <p:cNvSpPr/>
            <p:nvPr/>
          </p:nvSpPr>
          <p:spPr>
            <a:xfrm rot="3334789">
              <a:off x="3087518" y="1590186"/>
              <a:ext cx="306727" cy="57448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9CCA9BA-B950-4F30-A547-948ACD05A01F}"/>
                </a:ext>
              </a:extLst>
            </p:cNvPr>
            <p:cNvSpPr/>
            <p:nvPr/>
          </p:nvSpPr>
          <p:spPr>
            <a:xfrm>
              <a:off x="2837901" y="1837751"/>
              <a:ext cx="339365" cy="3702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CCA8921-7E7E-4CA5-B736-00058770D45F}"/>
              </a:ext>
            </a:extLst>
          </p:cNvPr>
          <p:cNvGrpSpPr/>
          <p:nvPr/>
        </p:nvGrpSpPr>
        <p:grpSpPr>
          <a:xfrm rot="2230373">
            <a:off x="2234691" y="995222"/>
            <a:ext cx="594114" cy="1632922"/>
            <a:chOff x="7159733" y="750350"/>
            <a:chExt cx="936002" cy="253181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1726D5E-1BEF-491A-A420-545C3E03E2B8}"/>
                </a:ext>
              </a:extLst>
            </p:cNvPr>
            <p:cNvSpPr/>
            <p:nvPr/>
          </p:nvSpPr>
          <p:spPr>
            <a:xfrm>
              <a:off x="7206845" y="1802155"/>
              <a:ext cx="240211" cy="14800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584EED18-CB48-49B3-8B0C-A6908E88EFEE}"/>
                </a:ext>
              </a:extLst>
            </p:cNvPr>
            <p:cNvSpPr/>
            <p:nvPr/>
          </p:nvSpPr>
          <p:spPr>
            <a:xfrm>
              <a:off x="7159733" y="750350"/>
              <a:ext cx="815897" cy="1676400"/>
            </a:xfrm>
            <a:custGeom>
              <a:avLst/>
              <a:gdLst>
                <a:gd name="connsiteX0" fmla="*/ 165657 w 815897"/>
                <a:gd name="connsiteY0" fmla="*/ 1554480 h 1676400"/>
                <a:gd name="connsiteX1" fmla="*/ 165657 w 815897"/>
                <a:gd name="connsiteY1" fmla="*/ 508000 h 1676400"/>
                <a:gd name="connsiteX2" fmla="*/ 196137 w 815897"/>
                <a:gd name="connsiteY2" fmla="*/ 152400 h 1676400"/>
                <a:gd name="connsiteX3" fmla="*/ 226617 w 815897"/>
                <a:gd name="connsiteY3" fmla="*/ 121920 h 1676400"/>
                <a:gd name="connsiteX4" fmla="*/ 267257 w 815897"/>
                <a:gd name="connsiteY4" fmla="*/ 91440 h 1676400"/>
                <a:gd name="connsiteX5" fmla="*/ 297737 w 815897"/>
                <a:gd name="connsiteY5" fmla="*/ 60960 h 1676400"/>
                <a:gd name="connsiteX6" fmla="*/ 348537 w 815897"/>
                <a:gd name="connsiteY6" fmla="*/ 50800 h 1676400"/>
                <a:gd name="connsiteX7" fmla="*/ 379017 w 815897"/>
                <a:gd name="connsiteY7" fmla="*/ 30480 h 1676400"/>
                <a:gd name="connsiteX8" fmla="*/ 633017 w 815897"/>
                <a:gd name="connsiteY8" fmla="*/ 132080 h 1676400"/>
                <a:gd name="connsiteX9" fmla="*/ 653337 w 815897"/>
                <a:gd name="connsiteY9" fmla="*/ 396240 h 1676400"/>
                <a:gd name="connsiteX10" fmla="*/ 582217 w 815897"/>
                <a:gd name="connsiteY10" fmla="*/ 487680 h 1676400"/>
                <a:gd name="connsiteX11" fmla="*/ 429817 w 815897"/>
                <a:gd name="connsiteY11" fmla="*/ 680720 h 1676400"/>
                <a:gd name="connsiteX12" fmla="*/ 287577 w 815897"/>
                <a:gd name="connsiteY12" fmla="*/ 670560 h 1676400"/>
                <a:gd name="connsiteX13" fmla="*/ 155497 w 815897"/>
                <a:gd name="connsiteY13" fmla="*/ 518160 h 1676400"/>
                <a:gd name="connsiteX14" fmla="*/ 104697 w 815897"/>
                <a:gd name="connsiteY14" fmla="*/ 304800 h 1676400"/>
                <a:gd name="connsiteX15" fmla="*/ 165657 w 815897"/>
                <a:gd name="connsiteY15" fmla="*/ 213360 h 1676400"/>
                <a:gd name="connsiteX16" fmla="*/ 297737 w 815897"/>
                <a:gd name="connsiteY16" fmla="*/ 81280 h 1676400"/>
                <a:gd name="connsiteX17" fmla="*/ 348537 w 815897"/>
                <a:gd name="connsiteY17" fmla="*/ 60960 h 1676400"/>
                <a:gd name="connsiteX18" fmla="*/ 511097 w 815897"/>
                <a:gd name="connsiteY18" fmla="*/ 71120 h 1676400"/>
                <a:gd name="connsiteX19" fmla="*/ 785417 w 815897"/>
                <a:gd name="connsiteY19" fmla="*/ 345440 h 1676400"/>
                <a:gd name="connsiteX20" fmla="*/ 815897 w 815897"/>
                <a:gd name="connsiteY20" fmla="*/ 426720 h 1676400"/>
                <a:gd name="connsiteX21" fmla="*/ 714297 w 815897"/>
                <a:gd name="connsiteY21" fmla="*/ 640080 h 1676400"/>
                <a:gd name="connsiteX22" fmla="*/ 439977 w 815897"/>
                <a:gd name="connsiteY22" fmla="*/ 711200 h 1676400"/>
                <a:gd name="connsiteX23" fmla="*/ 74217 w 815897"/>
                <a:gd name="connsiteY23" fmla="*/ 629920 h 1676400"/>
                <a:gd name="connsiteX24" fmla="*/ 13257 w 815897"/>
                <a:gd name="connsiteY24" fmla="*/ 508000 h 1676400"/>
                <a:gd name="connsiteX25" fmla="*/ 3097 w 815897"/>
                <a:gd name="connsiteY25" fmla="*/ 386080 h 1676400"/>
                <a:gd name="connsiteX26" fmla="*/ 74217 w 815897"/>
                <a:gd name="connsiteY26" fmla="*/ 264160 h 1676400"/>
                <a:gd name="connsiteX27" fmla="*/ 267257 w 815897"/>
                <a:gd name="connsiteY27" fmla="*/ 91440 h 1676400"/>
                <a:gd name="connsiteX28" fmla="*/ 348537 w 815897"/>
                <a:gd name="connsiteY28" fmla="*/ 50800 h 1676400"/>
                <a:gd name="connsiteX29" fmla="*/ 683817 w 815897"/>
                <a:gd name="connsiteY29" fmla="*/ 182880 h 1676400"/>
                <a:gd name="connsiteX30" fmla="*/ 754937 w 815897"/>
                <a:gd name="connsiteY30" fmla="*/ 304800 h 1676400"/>
                <a:gd name="connsiteX31" fmla="*/ 775257 w 815897"/>
                <a:gd name="connsiteY31" fmla="*/ 375920 h 1676400"/>
                <a:gd name="connsiteX32" fmla="*/ 744777 w 815897"/>
                <a:gd name="connsiteY32" fmla="*/ 467360 h 1676400"/>
                <a:gd name="connsiteX33" fmla="*/ 582217 w 815897"/>
                <a:gd name="connsiteY33" fmla="*/ 650240 h 1676400"/>
                <a:gd name="connsiteX34" fmla="*/ 379017 w 815897"/>
                <a:gd name="connsiteY34" fmla="*/ 670560 h 1676400"/>
                <a:gd name="connsiteX35" fmla="*/ 257097 w 815897"/>
                <a:gd name="connsiteY35" fmla="*/ 629920 h 1676400"/>
                <a:gd name="connsiteX36" fmla="*/ 226617 w 815897"/>
                <a:gd name="connsiteY36" fmla="*/ 579120 h 1676400"/>
                <a:gd name="connsiteX37" fmla="*/ 165657 w 815897"/>
                <a:gd name="connsiteY37" fmla="*/ 426720 h 1676400"/>
                <a:gd name="connsiteX38" fmla="*/ 155497 w 815897"/>
                <a:gd name="connsiteY38" fmla="*/ 274320 h 1676400"/>
                <a:gd name="connsiteX39" fmla="*/ 206297 w 815897"/>
                <a:gd name="connsiteY39" fmla="*/ 172720 h 1676400"/>
                <a:gd name="connsiteX40" fmla="*/ 348537 w 815897"/>
                <a:gd name="connsiteY40" fmla="*/ 20320 h 1676400"/>
                <a:gd name="connsiteX41" fmla="*/ 622857 w 815897"/>
                <a:gd name="connsiteY41" fmla="*/ 132080 h 1676400"/>
                <a:gd name="connsiteX42" fmla="*/ 683817 w 815897"/>
                <a:gd name="connsiteY42" fmla="*/ 243840 h 1676400"/>
                <a:gd name="connsiteX43" fmla="*/ 714297 w 815897"/>
                <a:gd name="connsiteY43" fmla="*/ 396240 h 1676400"/>
                <a:gd name="connsiteX44" fmla="*/ 612697 w 815897"/>
                <a:gd name="connsiteY44" fmla="*/ 650240 h 1676400"/>
                <a:gd name="connsiteX45" fmla="*/ 500937 w 815897"/>
                <a:gd name="connsiteY45" fmla="*/ 741680 h 1676400"/>
                <a:gd name="connsiteX46" fmla="*/ 379017 w 815897"/>
                <a:gd name="connsiteY46" fmla="*/ 792480 h 1676400"/>
                <a:gd name="connsiteX47" fmla="*/ 257097 w 815897"/>
                <a:gd name="connsiteY47" fmla="*/ 731520 h 1676400"/>
                <a:gd name="connsiteX48" fmla="*/ 104697 w 815897"/>
                <a:gd name="connsiteY48" fmla="*/ 447040 h 1676400"/>
                <a:gd name="connsiteX49" fmla="*/ 114857 w 815897"/>
                <a:gd name="connsiteY49" fmla="*/ 182880 h 1676400"/>
                <a:gd name="connsiteX50" fmla="*/ 196137 w 815897"/>
                <a:gd name="connsiteY50" fmla="*/ 111760 h 1676400"/>
                <a:gd name="connsiteX51" fmla="*/ 450137 w 815897"/>
                <a:gd name="connsiteY51" fmla="*/ 0 h 1676400"/>
                <a:gd name="connsiteX52" fmla="*/ 572057 w 815897"/>
                <a:gd name="connsiteY52" fmla="*/ 30480 h 1676400"/>
                <a:gd name="connsiteX53" fmla="*/ 653337 w 815897"/>
                <a:gd name="connsiteY53" fmla="*/ 91440 h 1676400"/>
                <a:gd name="connsiteX54" fmla="*/ 724457 w 815897"/>
                <a:gd name="connsiteY54" fmla="*/ 284480 h 1676400"/>
                <a:gd name="connsiteX55" fmla="*/ 704137 w 815897"/>
                <a:gd name="connsiteY55" fmla="*/ 558800 h 1676400"/>
                <a:gd name="connsiteX56" fmla="*/ 643177 w 815897"/>
                <a:gd name="connsiteY56" fmla="*/ 670560 h 1676400"/>
                <a:gd name="connsiteX57" fmla="*/ 439977 w 815897"/>
                <a:gd name="connsiteY57" fmla="*/ 833120 h 1676400"/>
                <a:gd name="connsiteX58" fmla="*/ 318057 w 815897"/>
                <a:gd name="connsiteY58" fmla="*/ 812800 h 1676400"/>
                <a:gd name="connsiteX59" fmla="*/ 74217 w 815897"/>
                <a:gd name="connsiteY59" fmla="*/ 518160 h 1676400"/>
                <a:gd name="connsiteX60" fmla="*/ 33577 w 815897"/>
                <a:gd name="connsiteY60" fmla="*/ 386080 h 1676400"/>
                <a:gd name="connsiteX61" fmla="*/ 23417 w 815897"/>
                <a:gd name="connsiteY61" fmla="*/ 274320 h 1676400"/>
                <a:gd name="connsiteX62" fmla="*/ 236777 w 815897"/>
                <a:gd name="connsiteY62" fmla="*/ 60960 h 1676400"/>
                <a:gd name="connsiteX63" fmla="*/ 389177 w 815897"/>
                <a:gd name="connsiteY63" fmla="*/ 30480 h 1676400"/>
                <a:gd name="connsiteX64" fmla="*/ 511097 w 815897"/>
                <a:gd name="connsiteY64" fmla="*/ 60960 h 1676400"/>
                <a:gd name="connsiteX65" fmla="*/ 683817 w 815897"/>
                <a:gd name="connsiteY65" fmla="*/ 254000 h 1676400"/>
                <a:gd name="connsiteX66" fmla="*/ 744777 w 815897"/>
                <a:gd name="connsiteY66" fmla="*/ 497840 h 1676400"/>
                <a:gd name="connsiteX67" fmla="*/ 683817 w 815897"/>
                <a:gd name="connsiteY67" fmla="*/ 711200 h 1676400"/>
                <a:gd name="connsiteX68" fmla="*/ 439977 w 815897"/>
                <a:gd name="connsiteY68" fmla="*/ 883920 h 1676400"/>
                <a:gd name="connsiteX69" fmla="*/ 409497 w 815897"/>
                <a:gd name="connsiteY69" fmla="*/ 894080 h 1676400"/>
                <a:gd name="connsiteX70" fmla="*/ 348537 w 815897"/>
                <a:gd name="connsiteY70" fmla="*/ 873760 h 1676400"/>
                <a:gd name="connsiteX71" fmla="*/ 135177 w 815897"/>
                <a:gd name="connsiteY71" fmla="*/ 599440 h 1676400"/>
                <a:gd name="connsiteX72" fmla="*/ 74217 w 815897"/>
                <a:gd name="connsiteY72" fmla="*/ 457200 h 1676400"/>
                <a:gd name="connsiteX73" fmla="*/ 84377 w 815897"/>
                <a:gd name="connsiteY73" fmla="*/ 172720 h 1676400"/>
                <a:gd name="connsiteX74" fmla="*/ 196137 w 815897"/>
                <a:gd name="connsiteY74" fmla="*/ 91440 h 1676400"/>
                <a:gd name="connsiteX75" fmla="*/ 419657 w 815897"/>
                <a:gd name="connsiteY75" fmla="*/ 101600 h 1676400"/>
                <a:gd name="connsiteX76" fmla="*/ 511097 w 815897"/>
                <a:gd name="connsiteY76" fmla="*/ 152400 h 1676400"/>
                <a:gd name="connsiteX77" fmla="*/ 622857 w 815897"/>
                <a:gd name="connsiteY77" fmla="*/ 274320 h 1676400"/>
                <a:gd name="connsiteX78" fmla="*/ 633017 w 815897"/>
                <a:gd name="connsiteY78" fmla="*/ 304800 h 1676400"/>
                <a:gd name="connsiteX79" fmla="*/ 663497 w 815897"/>
                <a:gd name="connsiteY79" fmla="*/ 375920 h 1676400"/>
                <a:gd name="connsiteX80" fmla="*/ 714297 w 815897"/>
                <a:gd name="connsiteY80" fmla="*/ 579120 h 1676400"/>
                <a:gd name="connsiteX81" fmla="*/ 724457 w 815897"/>
                <a:gd name="connsiteY81" fmla="*/ 741680 h 1676400"/>
                <a:gd name="connsiteX82" fmla="*/ 744777 w 815897"/>
                <a:gd name="connsiteY82" fmla="*/ 802640 h 1676400"/>
                <a:gd name="connsiteX83" fmla="*/ 754937 w 815897"/>
                <a:gd name="connsiteY83" fmla="*/ 1219200 h 1676400"/>
                <a:gd name="connsiteX84" fmla="*/ 744777 w 815897"/>
                <a:gd name="connsiteY84" fmla="*/ 1493520 h 1676400"/>
                <a:gd name="connsiteX85" fmla="*/ 754937 w 815897"/>
                <a:gd name="connsiteY85" fmla="*/ 1625600 h 1676400"/>
                <a:gd name="connsiteX86" fmla="*/ 754937 w 815897"/>
                <a:gd name="connsiteY86" fmla="*/ 167640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815897" h="1676400">
                  <a:moveTo>
                    <a:pt x="165657" y="1554480"/>
                  </a:moveTo>
                  <a:cubicBezTo>
                    <a:pt x="101868" y="1171747"/>
                    <a:pt x="149221" y="1477736"/>
                    <a:pt x="165657" y="508000"/>
                  </a:cubicBezTo>
                  <a:cubicBezTo>
                    <a:pt x="166669" y="448285"/>
                    <a:pt x="173434" y="229591"/>
                    <a:pt x="196137" y="152400"/>
                  </a:cubicBezTo>
                  <a:cubicBezTo>
                    <a:pt x="200191" y="138615"/>
                    <a:pt x="215708" y="131271"/>
                    <a:pt x="226617" y="121920"/>
                  </a:cubicBezTo>
                  <a:cubicBezTo>
                    <a:pt x="239474" y="110900"/>
                    <a:pt x="254400" y="102460"/>
                    <a:pt x="267257" y="91440"/>
                  </a:cubicBezTo>
                  <a:cubicBezTo>
                    <a:pt x="278166" y="82089"/>
                    <a:pt x="284886" y="67386"/>
                    <a:pt x="297737" y="60960"/>
                  </a:cubicBezTo>
                  <a:cubicBezTo>
                    <a:pt x="313183" y="53237"/>
                    <a:pt x="331604" y="54187"/>
                    <a:pt x="348537" y="50800"/>
                  </a:cubicBezTo>
                  <a:cubicBezTo>
                    <a:pt x="358697" y="44027"/>
                    <a:pt x="366823" y="29838"/>
                    <a:pt x="379017" y="30480"/>
                  </a:cubicBezTo>
                  <a:cubicBezTo>
                    <a:pt x="542237" y="39071"/>
                    <a:pt x="524179" y="47429"/>
                    <a:pt x="633017" y="132080"/>
                  </a:cubicBezTo>
                  <a:cubicBezTo>
                    <a:pt x="690326" y="227595"/>
                    <a:pt x="699783" y="222066"/>
                    <a:pt x="653337" y="396240"/>
                  </a:cubicBezTo>
                  <a:cubicBezTo>
                    <a:pt x="643388" y="433550"/>
                    <a:pt x="604661" y="456259"/>
                    <a:pt x="582217" y="487680"/>
                  </a:cubicBezTo>
                  <a:cubicBezTo>
                    <a:pt x="457371" y="662465"/>
                    <a:pt x="552613" y="557924"/>
                    <a:pt x="429817" y="680720"/>
                  </a:cubicBezTo>
                  <a:cubicBezTo>
                    <a:pt x="382404" y="677333"/>
                    <a:pt x="332473" y="686176"/>
                    <a:pt x="287577" y="670560"/>
                  </a:cubicBezTo>
                  <a:cubicBezTo>
                    <a:pt x="213501" y="644794"/>
                    <a:pt x="181027" y="583810"/>
                    <a:pt x="155497" y="518160"/>
                  </a:cubicBezTo>
                  <a:cubicBezTo>
                    <a:pt x="124897" y="439475"/>
                    <a:pt x="119819" y="387971"/>
                    <a:pt x="104697" y="304800"/>
                  </a:cubicBezTo>
                  <a:cubicBezTo>
                    <a:pt x="125017" y="274320"/>
                    <a:pt x="143678" y="242666"/>
                    <a:pt x="165657" y="213360"/>
                  </a:cubicBezTo>
                  <a:cubicBezTo>
                    <a:pt x="199524" y="168204"/>
                    <a:pt x="250324" y="112889"/>
                    <a:pt x="297737" y="81280"/>
                  </a:cubicBezTo>
                  <a:cubicBezTo>
                    <a:pt x="312912" y="71164"/>
                    <a:pt x="331604" y="67733"/>
                    <a:pt x="348537" y="60960"/>
                  </a:cubicBezTo>
                  <a:cubicBezTo>
                    <a:pt x="402724" y="64347"/>
                    <a:pt x="459094" y="55519"/>
                    <a:pt x="511097" y="71120"/>
                  </a:cubicBezTo>
                  <a:cubicBezTo>
                    <a:pt x="638850" y="109446"/>
                    <a:pt x="739835" y="223888"/>
                    <a:pt x="785417" y="345440"/>
                  </a:cubicBezTo>
                  <a:lnTo>
                    <a:pt x="815897" y="426720"/>
                  </a:lnTo>
                  <a:cubicBezTo>
                    <a:pt x="782030" y="497840"/>
                    <a:pt x="764055" y="579013"/>
                    <a:pt x="714297" y="640080"/>
                  </a:cubicBezTo>
                  <a:cubicBezTo>
                    <a:pt x="651774" y="716813"/>
                    <a:pt x="520133" y="705856"/>
                    <a:pt x="439977" y="711200"/>
                  </a:cubicBezTo>
                  <a:cubicBezTo>
                    <a:pt x="270853" y="699925"/>
                    <a:pt x="160797" y="759789"/>
                    <a:pt x="74217" y="629920"/>
                  </a:cubicBezTo>
                  <a:cubicBezTo>
                    <a:pt x="49013" y="592114"/>
                    <a:pt x="33577" y="548640"/>
                    <a:pt x="13257" y="508000"/>
                  </a:cubicBezTo>
                  <a:cubicBezTo>
                    <a:pt x="9870" y="467360"/>
                    <a:pt x="-6794" y="425643"/>
                    <a:pt x="3097" y="386080"/>
                  </a:cubicBezTo>
                  <a:cubicBezTo>
                    <a:pt x="14508" y="340436"/>
                    <a:pt x="45703" y="301584"/>
                    <a:pt x="74217" y="264160"/>
                  </a:cubicBezTo>
                  <a:cubicBezTo>
                    <a:pt x="109487" y="217869"/>
                    <a:pt x="219370" y="123365"/>
                    <a:pt x="267257" y="91440"/>
                  </a:cubicBezTo>
                  <a:cubicBezTo>
                    <a:pt x="292461" y="74637"/>
                    <a:pt x="321444" y="64347"/>
                    <a:pt x="348537" y="50800"/>
                  </a:cubicBezTo>
                  <a:cubicBezTo>
                    <a:pt x="523969" y="87348"/>
                    <a:pt x="583534" y="57527"/>
                    <a:pt x="683817" y="182880"/>
                  </a:cubicBezTo>
                  <a:cubicBezTo>
                    <a:pt x="713208" y="219619"/>
                    <a:pt x="731230" y="264160"/>
                    <a:pt x="754937" y="304800"/>
                  </a:cubicBezTo>
                  <a:cubicBezTo>
                    <a:pt x="761710" y="328507"/>
                    <a:pt x="776795" y="351313"/>
                    <a:pt x="775257" y="375920"/>
                  </a:cubicBezTo>
                  <a:cubicBezTo>
                    <a:pt x="773253" y="407986"/>
                    <a:pt x="759145" y="438623"/>
                    <a:pt x="744777" y="467360"/>
                  </a:cubicBezTo>
                  <a:cubicBezTo>
                    <a:pt x="716178" y="524559"/>
                    <a:pt x="653200" y="628211"/>
                    <a:pt x="582217" y="650240"/>
                  </a:cubicBezTo>
                  <a:cubicBezTo>
                    <a:pt x="517205" y="670416"/>
                    <a:pt x="446750" y="663787"/>
                    <a:pt x="379017" y="670560"/>
                  </a:cubicBezTo>
                  <a:cubicBezTo>
                    <a:pt x="338377" y="657013"/>
                    <a:pt x="293831" y="651960"/>
                    <a:pt x="257097" y="629920"/>
                  </a:cubicBezTo>
                  <a:cubicBezTo>
                    <a:pt x="240164" y="619760"/>
                    <a:pt x="234721" y="597128"/>
                    <a:pt x="226617" y="579120"/>
                  </a:cubicBezTo>
                  <a:cubicBezTo>
                    <a:pt x="204165" y="529226"/>
                    <a:pt x="185977" y="477520"/>
                    <a:pt x="165657" y="426720"/>
                  </a:cubicBezTo>
                  <a:cubicBezTo>
                    <a:pt x="162270" y="375920"/>
                    <a:pt x="147453" y="324593"/>
                    <a:pt x="155497" y="274320"/>
                  </a:cubicBezTo>
                  <a:cubicBezTo>
                    <a:pt x="161479" y="236931"/>
                    <a:pt x="186367" y="204915"/>
                    <a:pt x="206297" y="172720"/>
                  </a:cubicBezTo>
                  <a:cubicBezTo>
                    <a:pt x="277707" y="57365"/>
                    <a:pt x="262098" y="77946"/>
                    <a:pt x="348537" y="20320"/>
                  </a:cubicBezTo>
                  <a:cubicBezTo>
                    <a:pt x="448965" y="45427"/>
                    <a:pt x="546961" y="51720"/>
                    <a:pt x="622857" y="132080"/>
                  </a:cubicBezTo>
                  <a:cubicBezTo>
                    <a:pt x="651994" y="162931"/>
                    <a:pt x="663497" y="206587"/>
                    <a:pt x="683817" y="243840"/>
                  </a:cubicBezTo>
                  <a:cubicBezTo>
                    <a:pt x="693977" y="294640"/>
                    <a:pt x="716023" y="344463"/>
                    <a:pt x="714297" y="396240"/>
                  </a:cubicBezTo>
                  <a:cubicBezTo>
                    <a:pt x="711893" y="468372"/>
                    <a:pt x="664339" y="592522"/>
                    <a:pt x="612697" y="650240"/>
                  </a:cubicBezTo>
                  <a:cubicBezTo>
                    <a:pt x="580602" y="686111"/>
                    <a:pt x="542053" y="716653"/>
                    <a:pt x="500937" y="741680"/>
                  </a:cubicBezTo>
                  <a:cubicBezTo>
                    <a:pt x="463329" y="764572"/>
                    <a:pt x="419657" y="775547"/>
                    <a:pt x="379017" y="792480"/>
                  </a:cubicBezTo>
                  <a:cubicBezTo>
                    <a:pt x="338377" y="772160"/>
                    <a:pt x="291595" y="761090"/>
                    <a:pt x="257097" y="731520"/>
                  </a:cubicBezTo>
                  <a:cubicBezTo>
                    <a:pt x="164135" y="651838"/>
                    <a:pt x="145672" y="556306"/>
                    <a:pt x="104697" y="447040"/>
                  </a:cubicBezTo>
                  <a:cubicBezTo>
                    <a:pt x="100733" y="387578"/>
                    <a:pt x="78948" y="247516"/>
                    <a:pt x="114857" y="182880"/>
                  </a:cubicBezTo>
                  <a:cubicBezTo>
                    <a:pt x="132341" y="151410"/>
                    <a:pt x="166842" y="132685"/>
                    <a:pt x="196137" y="111760"/>
                  </a:cubicBezTo>
                  <a:cubicBezTo>
                    <a:pt x="328158" y="17459"/>
                    <a:pt x="307023" y="35779"/>
                    <a:pt x="450137" y="0"/>
                  </a:cubicBezTo>
                  <a:cubicBezTo>
                    <a:pt x="490777" y="10160"/>
                    <a:pt x="533856" y="13290"/>
                    <a:pt x="572057" y="30480"/>
                  </a:cubicBezTo>
                  <a:cubicBezTo>
                    <a:pt x="602941" y="44378"/>
                    <a:pt x="632181" y="64995"/>
                    <a:pt x="653337" y="91440"/>
                  </a:cubicBezTo>
                  <a:cubicBezTo>
                    <a:pt x="681937" y="127190"/>
                    <a:pt x="712378" y="244217"/>
                    <a:pt x="724457" y="284480"/>
                  </a:cubicBezTo>
                  <a:cubicBezTo>
                    <a:pt x="717684" y="375920"/>
                    <a:pt x="723026" y="469076"/>
                    <a:pt x="704137" y="558800"/>
                  </a:cubicBezTo>
                  <a:cubicBezTo>
                    <a:pt x="695395" y="600325"/>
                    <a:pt x="668638" y="636612"/>
                    <a:pt x="643177" y="670560"/>
                  </a:cubicBezTo>
                  <a:cubicBezTo>
                    <a:pt x="579179" y="755891"/>
                    <a:pt x="528007" y="777101"/>
                    <a:pt x="439977" y="833120"/>
                  </a:cubicBezTo>
                  <a:cubicBezTo>
                    <a:pt x="399337" y="826347"/>
                    <a:pt x="354611" y="831808"/>
                    <a:pt x="318057" y="812800"/>
                  </a:cubicBezTo>
                  <a:cubicBezTo>
                    <a:pt x="202647" y="752787"/>
                    <a:pt x="127842" y="628986"/>
                    <a:pt x="74217" y="518160"/>
                  </a:cubicBezTo>
                  <a:cubicBezTo>
                    <a:pt x="54153" y="476695"/>
                    <a:pt x="47124" y="430107"/>
                    <a:pt x="33577" y="386080"/>
                  </a:cubicBezTo>
                  <a:cubicBezTo>
                    <a:pt x="30190" y="348827"/>
                    <a:pt x="12943" y="310231"/>
                    <a:pt x="23417" y="274320"/>
                  </a:cubicBezTo>
                  <a:cubicBezTo>
                    <a:pt x="54495" y="167768"/>
                    <a:pt x="137966" y="99779"/>
                    <a:pt x="236777" y="60960"/>
                  </a:cubicBezTo>
                  <a:cubicBezTo>
                    <a:pt x="284996" y="42017"/>
                    <a:pt x="338377" y="40640"/>
                    <a:pt x="389177" y="30480"/>
                  </a:cubicBezTo>
                  <a:cubicBezTo>
                    <a:pt x="429817" y="40640"/>
                    <a:pt x="474726" y="40176"/>
                    <a:pt x="511097" y="60960"/>
                  </a:cubicBezTo>
                  <a:cubicBezTo>
                    <a:pt x="556084" y="86667"/>
                    <a:pt x="653205" y="215734"/>
                    <a:pt x="683817" y="254000"/>
                  </a:cubicBezTo>
                  <a:cubicBezTo>
                    <a:pt x="685417" y="259600"/>
                    <a:pt x="748776" y="466850"/>
                    <a:pt x="744777" y="497840"/>
                  </a:cubicBezTo>
                  <a:cubicBezTo>
                    <a:pt x="735311" y="571198"/>
                    <a:pt x="720723" y="647099"/>
                    <a:pt x="683817" y="711200"/>
                  </a:cubicBezTo>
                  <a:cubicBezTo>
                    <a:pt x="627362" y="809254"/>
                    <a:pt x="534097" y="843583"/>
                    <a:pt x="439977" y="883920"/>
                  </a:cubicBezTo>
                  <a:cubicBezTo>
                    <a:pt x="430133" y="888139"/>
                    <a:pt x="419657" y="890693"/>
                    <a:pt x="409497" y="894080"/>
                  </a:cubicBezTo>
                  <a:cubicBezTo>
                    <a:pt x="389177" y="887307"/>
                    <a:pt x="365444" y="886910"/>
                    <a:pt x="348537" y="873760"/>
                  </a:cubicBezTo>
                  <a:cubicBezTo>
                    <a:pt x="243320" y="791924"/>
                    <a:pt x="195790" y="716625"/>
                    <a:pt x="135177" y="599440"/>
                  </a:cubicBezTo>
                  <a:cubicBezTo>
                    <a:pt x="111478" y="553622"/>
                    <a:pt x="94537" y="504613"/>
                    <a:pt x="74217" y="457200"/>
                  </a:cubicBezTo>
                  <a:cubicBezTo>
                    <a:pt x="50612" y="339176"/>
                    <a:pt x="14356" y="283587"/>
                    <a:pt x="84377" y="172720"/>
                  </a:cubicBezTo>
                  <a:cubicBezTo>
                    <a:pt x="92654" y="159615"/>
                    <a:pt x="167322" y="110650"/>
                    <a:pt x="196137" y="91440"/>
                  </a:cubicBezTo>
                  <a:cubicBezTo>
                    <a:pt x="270644" y="94827"/>
                    <a:pt x="346432" y="87427"/>
                    <a:pt x="419657" y="101600"/>
                  </a:cubicBezTo>
                  <a:cubicBezTo>
                    <a:pt x="453890" y="108226"/>
                    <a:pt x="482979" y="131780"/>
                    <a:pt x="511097" y="152400"/>
                  </a:cubicBezTo>
                  <a:cubicBezTo>
                    <a:pt x="545238" y="177437"/>
                    <a:pt x="595561" y="241564"/>
                    <a:pt x="622857" y="274320"/>
                  </a:cubicBezTo>
                  <a:cubicBezTo>
                    <a:pt x="626244" y="284480"/>
                    <a:pt x="629040" y="294856"/>
                    <a:pt x="633017" y="304800"/>
                  </a:cubicBezTo>
                  <a:cubicBezTo>
                    <a:pt x="642596" y="328747"/>
                    <a:pt x="655341" y="351451"/>
                    <a:pt x="663497" y="375920"/>
                  </a:cubicBezTo>
                  <a:cubicBezTo>
                    <a:pt x="684994" y="440412"/>
                    <a:pt x="699507" y="512564"/>
                    <a:pt x="714297" y="579120"/>
                  </a:cubicBezTo>
                  <a:cubicBezTo>
                    <a:pt x="717684" y="633307"/>
                    <a:pt x="717121" y="687885"/>
                    <a:pt x="724457" y="741680"/>
                  </a:cubicBezTo>
                  <a:cubicBezTo>
                    <a:pt x="727351" y="762903"/>
                    <a:pt x="743413" y="781264"/>
                    <a:pt x="744777" y="802640"/>
                  </a:cubicBezTo>
                  <a:cubicBezTo>
                    <a:pt x="753625" y="941253"/>
                    <a:pt x="751550" y="1080347"/>
                    <a:pt x="754937" y="1219200"/>
                  </a:cubicBezTo>
                  <a:cubicBezTo>
                    <a:pt x="751550" y="1310640"/>
                    <a:pt x="744777" y="1402017"/>
                    <a:pt x="744777" y="1493520"/>
                  </a:cubicBezTo>
                  <a:cubicBezTo>
                    <a:pt x="744777" y="1537677"/>
                    <a:pt x="752488" y="1581511"/>
                    <a:pt x="754937" y="1625600"/>
                  </a:cubicBezTo>
                  <a:cubicBezTo>
                    <a:pt x="755876" y="1642507"/>
                    <a:pt x="754937" y="1659467"/>
                    <a:pt x="754937" y="167640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04506FD-B41D-427E-BD21-86C04C8C559D}"/>
                </a:ext>
              </a:extLst>
            </p:cNvPr>
            <p:cNvSpPr/>
            <p:nvPr/>
          </p:nvSpPr>
          <p:spPr>
            <a:xfrm rot="21349364">
              <a:off x="7855524" y="1686745"/>
              <a:ext cx="240211" cy="14800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8032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경찬 박</dc:creator>
  <cp:lastModifiedBy>경찬 박</cp:lastModifiedBy>
  <cp:revision>3</cp:revision>
  <dcterms:created xsi:type="dcterms:W3CDTF">2021-07-03T04:52:29Z</dcterms:created>
  <dcterms:modified xsi:type="dcterms:W3CDTF">2021-07-03T05:15:24Z</dcterms:modified>
</cp:coreProperties>
</file>